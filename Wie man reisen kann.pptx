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enz Dornetshuber" userId="e8a5b036-1b32-44bb-a7eb-c6677c7b4f7a" providerId="ADAL" clId="{FE529364-616E-4CFB-BFC5-2BEBA6FD7EAB}"/>
    <pc:docChg chg="custSel modSld">
      <pc:chgData name="Laurenz Dornetshuber" userId="e8a5b036-1b32-44bb-a7eb-c6677c7b4f7a" providerId="ADAL" clId="{FE529364-616E-4CFB-BFC5-2BEBA6FD7EAB}" dt="2025-10-20T13:51:51.176" v="91" actId="1076"/>
      <pc:docMkLst>
        <pc:docMk/>
      </pc:docMkLst>
      <pc:sldChg chg="addSp delSp modSp mod setBg">
        <pc:chgData name="Laurenz Dornetshuber" userId="e8a5b036-1b32-44bb-a7eb-c6677c7b4f7a" providerId="ADAL" clId="{FE529364-616E-4CFB-BFC5-2BEBA6FD7EAB}" dt="2025-10-20T13:51:00.415" v="83" actId="26606"/>
        <pc:sldMkLst>
          <pc:docMk/>
          <pc:sldMk cId="3352692910" sldId="257"/>
        </pc:sldMkLst>
        <pc:spChg chg="mod">
          <ac:chgData name="Laurenz Dornetshuber" userId="e8a5b036-1b32-44bb-a7eb-c6677c7b4f7a" providerId="ADAL" clId="{FE529364-616E-4CFB-BFC5-2BEBA6FD7EAB}" dt="2025-10-20T13:51:00.415" v="83" actId="26606"/>
          <ac:spMkLst>
            <pc:docMk/>
            <pc:sldMk cId="3352692910" sldId="257"/>
            <ac:spMk id="2" creationId="{6FE43308-2764-D015-2C18-FB41B4A85AE6}"/>
          </ac:spMkLst>
        </pc:spChg>
        <pc:spChg chg="del mod">
          <ac:chgData name="Laurenz Dornetshuber" userId="e8a5b036-1b32-44bb-a7eb-c6677c7b4f7a" providerId="ADAL" clId="{FE529364-616E-4CFB-BFC5-2BEBA6FD7EAB}" dt="2025-10-20T13:51:00.415" v="83" actId="26606"/>
          <ac:spMkLst>
            <pc:docMk/>
            <pc:sldMk cId="3352692910" sldId="257"/>
            <ac:spMk id="3" creationId="{8B012579-0F74-746D-6CA8-778A48A7CE7D}"/>
          </ac:spMkLst>
        </pc:spChg>
        <pc:spChg chg="add">
          <ac:chgData name="Laurenz Dornetshuber" userId="e8a5b036-1b32-44bb-a7eb-c6677c7b4f7a" providerId="ADAL" clId="{FE529364-616E-4CFB-BFC5-2BEBA6FD7EAB}" dt="2025-10-20T13:51:00.415" v="83" actId="26606"/>
          <ac:spMkLst>
            <pc:docMk/>
            <pc:sldMk cId="3352692910" sldId="257"/>
            <ac:spMk id="9" creationId="{C05CBC3C-2E5A-4839-8B9B-2E5A6ADF0F58}"/>
          </ac:spMkLst>
        </pc:spChg>
        <pc:spChg chg="add">
          <ac:chgData name="Laurenz Dornetshuber" userId="e8a5b036-1b32-44bb-a7eb-c6677c7b4f7a" providerId="ADAL" clId="{FE529364-616E-4CFB-BFC5-2BEBA6FD7EAB}" dt="2025-10-20T13:51:00.415" v="83" actId="26606"/>
          <ac:spMkLst>
            <pc:docMk/>
            <pc:sldMk cId="3352692910" sldId="257"/>
            <ac:spMk id="11" creationId="{DB5B423A-57CC-4C58-AA26-8E2E862B03A0}"/>
          </ac:spMkLst>
        </pc:spChg>
        <pc:graphicFrameChg chg="add">
          <ac:chgData name="Laurenz Dornetshuber" userId="e8a5b036-1b32-44bb-a7eb-c6677c7b4f7a" providerId="ADAL" clId="{FE529364-616E-4CFB-BFC5-2BEBA6FD7EAB}" dt="2025-10-20T13:51:00.415" v="83" actId="26606"/>
          <ac:graphicFrameMkLst>
            <pc:docMk/>
            <pc:sldMk cId="3352692910" sldId="257"/>
            <ac:graphicFrameMk id="5" creationId="{B4AB6621-86E0-5668-8FE2-9AD0165F88E1}"/>
          </ac:graphicFrameMkLst>
        </pc:graphicFrameChg>
      </pc:sldChg>
      <pc:sldChg chg="addSp delSp modSp mod setBg">
        <pc:chgData name="Laurenz Dornetshuber" userId="e8a5b036-1b32-44bb-a7eb-c6677c7b4f7a" providerId="ADAL" clId="{FE529364-616E-4CFB-BFC5-2BEBA6FD7EAB}" dt="2025-10-20T13:50:41.259" v="82" actId="26606"/>
        <pc:sldMkLst>
          <pc:docMk/>
          <pc:sldMk cId="198385371" sldId="258"/>
        </pc:sldMkLst>
        <pc:spChg chg="mod">
          <ac:chgData name="Laurenz Dornetshuber" userId="e8a5b036-1b32-44bb-a7eb-c6677c7b4f7a" providerId="ADAL" clId="{FE529364-616E-4CFB-BFC5-2BEBA6FD7EAB}" dt="2025-10-20T13:50:41.259" v="82" actId="26606"/>
          <ac:spMkLst>
            <pc:docMk/>
            <pc:sldMk cId="198385371" sldId="258"/>
            <ac:spMk id="2" creationId="{42605041-34D6-B9E8-7E50-6B8963D2BD07}"/>
          </ac:spMkLst>
        </pc:spChg>
        <pc:spChg chg="del mod">
          <ac:chgData name="Laurenz Dornetshuber" userId="e8a5b036-1b32-44bb-a7eb-c6677c7b4f7a" providerId="ADAL" clId="{FE529364-616E-4CFB-BFC5-2BEBA6FD7EAB}" dt="2025-10-20T13:50:30.583" v="80" actId="22"/>
          <ac:spMkLst>
            <pc:docMk/>
            <pc:sldMk cId="198385371" sldId="258"/>
            <ac:spMk id="3" creationId="{B4FAA925-8503-2FAE-7E5F-F07E1191A251}"/>
          </ac:spMkLst>
        </pc:spChg>
        <pc:spChg chg="add">
          <ac:chgData name="Laurenz Dornetshuber" userId="e8a5b036-1b32-44bb-a7eb-c6677c7b4f7a" providerId="ADAL" clId="{FE529364-616E-4CFB-BFC5-2BEBA6FD7EAB}" dt="2025-10-20T13:50:41.259" v="82" actId="26606"/>
          <ac:spMkLst>
            <pc:docMk/>
            <pc:sldMk cId="198385371" sldId="258"/>
            <ac:spMk id="10" creationId="{D4771268-CB57-404A-9271-370EB28F6090}"/>
          </ac:spMkLst>
        </pc:spChg>
        <pc:picChg chg="add mod ord">
          <ac:chgData name="Laurenz Dornetshuber" userId="e8a5b036-1b32-44bb-a7eb-c6677c7b4f7a" providerId="ADAL" clId="{FE529364-616E-4CFB-BFC5-2BEBA6FD7EAB}" dt="2025-10-20T13:50:41.259" v="82" actId="26606"/>
          <ac:picMkLst>
            <pc:docMk/>
            <pc:sldMk cId="198385371" sldId="258"/>
            <ac:picMk id="5" creationId="{ADBF97EB-673E-8125-DA3B-00A6BF0D4180}"/>
          </ac:picMkLst>
        </pc:picChg>
      </pc:sldChg>
      <pc:sldChg chg="modSp mod">
        <pc:chgData name="Laurenz Dornetshuber" userId="e8a5b036-1b32-44bb-a7eb-c6677c7b4f7a" providerId="ADAL" clId="{FE529364-616E-4CFB-BFC5-2BEBA6FD7EAB}" dt="2025-10-20T13:51:51.176" v="91" actId="1076"/>
        <pc:sldMkLst>
          <pc:docMk/>
          <pc:sldMk cId="1160817009" sldId="260"/>
        </pc:sldMkLst>
        <pc:spChg chg="mod">
          <ac:chgData name="Laurenz Dornetshuber" userId="e8a5b036-1b32-44bb-a7eb-c6677c7b4f7a" providerId="ADAL" clId="{FE529364-616E-4CFB-BFC5-2BEBA6FD7EAB}" dt="2025-10-20T13:51:43.899" v="89" actId="1076"/>
          <ac:spMkLst>
            <pc:docMk/>
            <pc:sldMk cId="1160817009" sldId="260"/>
            <ac:spMk id="3" creationId="{9C753AAA-E294-F232-6521-0ED96D6051EC}"/>
          </ac:spMkLst>
        </pc:spChg>
        <pc:spChg chg="mod">
          <ac:chgData name="Laurenz Dornetshuber" userId="e8a5b036-1b32-44bb-a7eb-c6677c7b4f7a" providerId="ADAL" clId="{FE529364-616E-4CFB-BFC5-2BEBA6FD7EAB}" dt="2025-10-20T13:51:20.155" v="84" actId="1076"/>
          <ac:spMkLst>
            <pc:docMk/>
            <pc:sldMk cId="1160817009" sldId="260"/>
            <ac:spMk id="4" creationId="{B9C0BE8B-E229-C548-7000-18B99B3E9992}"/>
          </ac:spMkLst>
        </pc:spChg>
        <pc:spChg chg="mod">
          <ac:chgData name="Laurenz Dornetshuber" userId="e8a5b036-1b32-44bb-a7eb-c6677c7b4f7a" providerId="ADAL" clId="{FE529364-616E-4CFB-BFC5-2BEBA6FD7EAB}" dt="2025-10-20T13:51:48.387" v="90" actId="1076"/>
          <ac:spMkLst>
            <pc:docMk/>
            <pc:sldMk cId="1160817009" sldId="260"/>
            <ac:spMk id="5" creationId="{7573027F-260E-6406-DE3C-6A05CE5350CF}"/>
          </ac:spMkLst>
        </pc:spChg>
        <pc:spChg chg="mod">
          <ac:chgData name="Laurenz Dornetshuber" userId="e8a5b036-1b32-44bb-a7eb-c6677c7b4f7a" providerId="ADAL" clId="{FE529364-616E-4CFB-BFC5-2BEBA6FD7EAB}" dt="2025-10-20T13:51:51.176" v="91" actId="1076"/>
          <ac:spMkLst>
            <pc:docMk/>
            <pc:sldMk cId="1160817009" sldId="260"/>
            <ac:spMk id="6" creationId="{D46C5886-A9C4-82EF-0208-BBA8A41E3621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0336F0-8CBB-4D2C-8521-ED0908CE44FE}" type="doc">
      <dgm:prSet loTypeId="urn:microsoft.com/office/officeart/2005/8/layout/hierarchy2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437285F-6038-4C2B-9450-11F7B8170B43}">
      <dgm:prSet/>
      <dgm:spPr/>
      <dgm:t>
        <a:bodyPr/>
        <a:lstStyle/>
        <a:p>
          <a:r>
            <a:rPr lang="de-DE"/>
            <a:t>Reisen </a:t>
          </a:r>
          <a:endParaRPr lang="en-US"/>
        </a:p>
      </dgm:t>
    </dgm:pt>
    <dgm:pt modelId="{F309C3B1-4302-4907-8CD2-33F1C6D7DDE8}" type="parTrans" cxnId="{7273A074-7E25-4337-972A-105CEC7D7227}">
      <dgm:prSet/>
      <dgm:spPr/>
      <dgm:t>
        <a:bodyPr/>
        <a:lstStyle/>
        <a:p>
          <a:endParaRPr lang="en-US"/>
        </a:p>
      </dgm:t>
    </dgm:pt>
    <dgm:pt modelId="{E427CDC4-A605-4FA2-AA7D-D4FD5A7EA4B9}" type="sibTrans" cxnId="{7273A074-7E25-4337-972A-105CEC7D7227}">
      <dgm:prSet/>
      <dgm:spPr/>
      <dgm:t>
        <a:bodyPr/>
        <a:lstStyle/>
        <a:p>
          <a:endParaRPr lang="en-US"/>
        </a:p>
      </dgm:t>
    </dgm:pt>
    <dgm:pt modelId="{70B8AA43-64AF-40DA-A3CA-0EF600E3CAE5}">
      <dgm:prSet/>
      <dgm:spPr/>
      <dgm:t>
        <a:bodyPr/>
        <a:lstStyle/>
        <a:p>
          <a:r>
            <a:rPr lang="de-DE"/>
            <a:t>Kurzstrecken </a:t>
          </a:r>
          <a:endParaRPr lang="en-US"/>
        </a:p>
      </dgm:t>
    </dgm:pt>
    <dgm:pt modelId="{78A642A3-5F54-484B-9EAF-B2174AF5D132}" type="parTrans" cxnId="{588B6C1B-5E04-4EE4-A2ED-6C1AA2FAC256}">
      <dgm:prSet/>
      <dgm:spPr/>
      <dgm:t>
        <a:bodyPr/>
        <a:lstStyle/>
        <a:p>
          <a:endParaRPr lang="en-US"/>
        </a:p>
      </dgm:t>
    </dgm:pt>
    <dgm:pt modelId="{ABDAEDB8-52B2-44FF-BA12-FE6183C13C9E}" type="sibTrans" cxnId="{588B6C1B-5E04-4EE4-A2ED-6C1AA2FAC256}">
      <dgm:prSet/>
      <dgm:spPr/>
      <dgm:t>
        <a:bodyPr/>
        <a:lstStyle/>
        <a:p>
          <a:endParaRPr lang="en-US"/>
        </a:p>
      </dgm:t>
    </dgm:pt>
    <dgm:pt modelId="{9EA95A4B-F184-4DC5-B815-B5F33A06BFAF}">
      <dgm:prSet/>
      <dgm:spPr/>
      <dgm:t>
        <a:bodyPr/>
        <a:lstStyle/>
        <a:p>
          <a:r>
            <a:rPr lang="de-DE"/>
            <a:t>Langstrecken </a:t>
          </a:r>
          <a:endParaRPr lang="en-US"/>
        </a:p>
      </dgm:t>
    </dgm:pt>
    <dgm:pt modelId="{B5D80C13-DD1F-4A98-9C95-DED37FC65B1E}" type="parTrans" cxnId="{D958131B-66E9-4BE0-98F8-B9C621CE0760}">
      <dgm:prSet/>
      <dgm:spPr/>
      <dgm:t>
        <a:bodyPr/>
        <a:lstStyle/>
        <a:p>
          <a:endParaRPr lang="en-US"/>
        </a:p>
      </dgm:t>
    </dgm:pt>
    <dgm:pt modelId="{D3DE3D14-CC6C-4E1C-AFFA-EABFCD6F7981}" type="sibTrans" cxnId="{D958131B-66E9-4BE0-98F8-B9C621CE0760}">
      <dgm:prSet/>
      <dgm:spPr/>
      <dgm:t>
        <a:bodyPr/>
        <a:lstStyle/>
        <a:p>
          <a:endParaRPr lang="en-US"/>
        </a:p>
      </dgm:t>
    </dgm:pt>
    <dgm:pt modelId="{5BA894C0-7FA4-431F-8C91-58E9299D7BFE}">
      <dgm:prSet/>
      <dgm:spPr/>
      <dgm:t>
        <a:bodyPr/>
        <a:lstStyle/>
        <a:p>
          <a:r>
            <a:rPr lang="de-DE"/>
            <a:t>Nachhaltig reisen </a:t>
          </a:r>
          <a:endParaRPr lang="en-US"/>
        </a:p>
      </dgm:t>
    </dgm:pt>
    <dgm:pt modelId="{62C2B0F7-C036-4D3C-914D-5E96B5704EFA}" type="parTrans" cxnId="{756820B9-C18D-4F82-8CE1-85AD1F191775}">
      <dgm:prSet/>
      <dgm:spPr/>
      <dgm:t>
        <a:bodyPr/>
        <a:lstStyle/>
        <a:p>
          <a:endParaRPr lang="en-US"/>
        </a:p>
      </dgm:t>
    </dgm:pt>
    <dgm:pt modelId="{FC45C96B-368C-4162-A055-CC61168FAC8C}" type="sibTrans" cxnId="{756820B9-C18D-4F82-8CE1-85AD1F191775}">
      <dgm:prSet/>
      <dgm:spPr/>
      <dgm:t>
        <a:bodyPr/>
        <a:lstStyle/>
        <a:p>
          <a:endParaRPr lang="en-US"/>
        </a:p>
      </dgm:t>
    </dgm:pt>
    <dgm:pt modelId="{80EF6668-78BC-4FF1-972D-2FC50707C3C1}">
      <dgm:prSet/>
      <dgm:spPr/>
      <dgm:t>
        <a:bodyPr/>
        <a:lstStyle/>
        <a:p>
          <a:r>
            <a:rPr lang="de-DE"/>
            <a:t>Coden lernen </a:t>
          </a:r>
          <a:endParaRPr lang="en-US"/>
        </a:p>
      </dgm:t>
    </dgm:pt>
    <dgm:pt modelId="{39BD393D-3E0C-42F0-A01A-E47661A05273}" type="parTrans" cxnId="{DBC6BFE2-35F9-4F5D-A0DD-7E46650D95B0}">
      <dgm:prSet/>
      <dgm:spPr/>
      <dgm:t>
        <a:bodyPr/>
        <a:lstStyle/>
        <a:p>
          <a:endParaRPr lang="en-US"/>
        </a:p>
      </dgm:t>
    </dgm:pt>
    <dgm:pt modelId="{248FFA4F-85D1-4244-A74D-1F1DACD2DDAE}" type="sibTrans" cxnId="{DBC6BFE2-35F9-4F5D-A0DD-7E46650D95B0}">
      <dgm:prSet/>
      <dgm:spPr/>
      <dgm:t>
        <a:bodyPr/>
        <a:lstStyle/>
        <a:p>
          <a:endParaRPr lang="en-US"/>
        </a:p>
      </dgm:t>
    </dgm:pt>
    <dgm:pt modelId="{1F1C7341-4218-4DA1-A231-F7F5CF9141DA}" type="pres">
      <dgm:prSet presAssocID="{EC0336F0-8CBB-4D2C-8521-ED0908CE44FE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6810269-EAE0-4542-A806-386826B10348}" type="pres">
      <dgm:prSet presAssocID="{6437285F-6038-4C2B-9450-11F7B8170B43}" presName="root1" presStyleCnt="0"/>
      <dgm:spPr/>
    </dgm:pt>
    <dgm:pt modelId="{04C15F86-3BC3-4515-A63F-0F0680261A94}" type="pres">
      <dgm:prSet presAssocID="{6437285F-6038-4C2B-9450-11F7B8170B43}" presName="LevelOneTextNode" presStyleLbl="node0" presStyleIdx="0" presStyleCnt="2">
        <dgm:presLayoutVars>
          <dgm:chPref val="3"/>
        </dgm:presLayoutVars>
      </dgm:prSet>
      <dgm:spPr/>
    </dgm:pt>
    <dgm:pt modelId="{5349CDA6-06D3-4299-8BEA-063B6E9BE4CD}" type="pres">
      <dgm:prSet presAssocID="{6437285F-6038-4C2B-9450-11F7B8170B43}" presName="level2hierChild" presStyleCnt="0"/>
      <dgm:spPr/>
    </dgm:pt>
    <dgm:pt modelId="{14C0AB2A-E3CF-4309-A327-35A67D6BD4BA}" type="pres">
      <dgm:prSet presAssocID="{78A642A3-5F54-484B-9EAF-B2174AF5D132}" presName="conn2-1" presStyleLbl="parChTrans1D2" presStyleIdx="0" presStyleCnt="3"/>
      <dgm:spPr/>
    </dgm:pt>
    <dgm:pt modelId="{23772EA9-795B-4BF6-BF74-A0F22AD34E83}" type="pres">
      <dgm:prSet presAssocID="{78A642A3-5F54-484B-9EAF-B2174AF5D132}" presName="connTx" presStyleLbl="parChTrans1D2" presStyleIdx="0" presStyleCnt="3"/>
      <dgm:spPr/>
    </dgm:pt>
    <dgm:pt modelId="{8482BBFB-0BAD-44E1-8B7B-2019C51BBDBE}" type="pres">
      <dgm:prSet presAssocID="{70B8AA43-64AF-40DA-A3CA-0EF600E3CAE5}" presName="root2" presStyleCnt="0"/>
      <dgm:spPr/>
    </dgm:pt>
    <dgm:pt modelId="{E58C65F1-576D-47E8-B66C-7F74772134D0}" type="pres">
      <dgm:prSet presAssocID="{70B8AA43-64AF-40DA-A3CA-0EF600E3CAE5}" presName="LevelTwoTextNode" presStyleLbl="node2" presStyleIdx="0" presStyleCnt="3">
        <dgm:presLayoutVars>
          <dgm:chPref val="3"/>
        </dgm:presLayoutVars>
      </dgm:prSet>
      <dgm:spPr/>
    </dgm:pt>
    <dgm:pt modelId="{8C370F41-0ABA-45DE-9897-F5DA10331456}" type="pres">
      <dgm:prSet presAssocID="{70B8AA43-64AF-40DA-A3CA-0EF600E3CAE5}" presName="level3hierChild" presStyleCnt="0"/>
      <dgm:spPr/>
    </dgm:pt>
    <dgm:pt modelId="{95EC5278-8D8F-41AB-AA52-E472A20278C7}" type="pres">
      <dgm:prSet presAssocID="{B5D80C13-DD1F-4A98-9C95-DED37FC65B1E}" presName="conn2-1" presStyleLbl="parChTrans1D2" presStyleIdx="1" presStyleCnt="3"/>
      <dgm:spPr/>
    </dgm:pt>
    <dgm:pt modelId="{A6A427B1-E780-4660-AB9E-ACC01AF9862E}" type="pres">
      <dgm:prSet presAssocID="{B5D80C13-DD1F-4A98-9C95-DED37FC65B1E}" presName="connTx" presStyleLbl="parChTrans1D2" presStyleIdx="1" presStyleCnt="3"/>
      <dgm:spPr/>
    </dgm:pt>
    <dgm:pt modelId="{4C70B6A2-B084-49B5-9B12-6B4EDA4177D3}" type="pres">
      <dgm:prSet presAssocID="{9EA95A4B-F184-4DC5-B815-B5F33A06BFAF}" presName="root2" presStyleCnt="0"/>
      <dgm:spPr/>
    </dgm:pt>
    <dgm:pt modelId="{C4437275-B754-4264-8A5B-A61E9B0B20C0}" type="pres">
      <dgm:prSet presAssocID="{9EA95A4B-F184-4DC5-B815-B5F33A06BFAF}" presName="LevelTwoTextNode" presStyleLbl="node2" presStyleIdx="1" presStyleCnt="3">
        <dgm:presLayoutVars>
          <dgm:chPref val="3"/>
        </dgm:presLayoutVars>
      </dgm:prSet>
      <dgm:spPr/>
    </dgm:pt>
    <dgm:pt modelId="{17E05295-6064-40C2-8D98-8B2FF8D45B36}" type="pres">
      <dgm:prSet presAssocID="{9EA95A4B-F184-4DC5-B815-B5F33A06BFAF}" presName="level3hierChild" presStyleCnt="0"/>
      <dgm:spPr/>
    </dgm:pt>
    <dgm:pt modelId="{9E0C2F47-2D17-4448-8D12-012453A07A46}" type="pres">
      <dgm:prSet presAssocID="{62C2B0F7-C036-4D3C-914D-5E96B5704EFA}" presName="conn2-1" presStyleLbl="parChTrans1D2" presStyleIdx="2" presStyleCnt="3"/>
      <dgm:spPr/>
    </dgm:pt>
    <dgm:pt modelId="{C0C7B16C-9BA2-4BF6-BBC2-6A552D9E3DAD}" type="pres">
      <dgm:prSet presAssocID="{62C2B0F7-C036-4D3C-914D-5E96B5704EFA}" presName="connTx" presStyleLbl="parChTrans1D2" presStyleIdx="2" presStyleCnt="3"/>
      <dgm:spPr/>
    </dgm:pt>
    <dgm:pt modelId="{F6D418CA-0D64-4EB1-849F-C06CFCE7F747}" type="pres">
      <dgm:prSet presAssocID="{5BA894C0-7FA4-431F-8C91-58E9299D7BFE}" presName="root2" presStyleCnt="0"/>
      <dgm:spPr/>
    </dgm:pt>
    <dgm:pt modelId="{D2A405B7-E31E-49E6-8F78-E6A7B1A4F33B}" type="pres">
      <dgm:prSet presAssocID="{5BA894C0-7FA4-431F-8C91-58E9299D7BFE}" presName="LevelTwoTextNode" presStyleLbl="node2" presStyleIdx="2" presStyleCnt="3">
        <dgm:presLayoutVars>
          <dgm:chPref val="3"/>
        </dgm:presLayoutVars>
      </dgm:prSet>
      <dgm:spPr/>
    </dgm:pt>
    <dgm:pt modelId="{858309E6-1660-4A6E-84CD-6603AA1425D9}" type="pres">
      <dgm:prSet presAssocID="{5BA894C0-7FA4-431F-8C91-58E9299D7BFE}" presName="level3hierChild" presStyleCnt="0"/>
      <dgm:spPr/>
    </dgm:pt>
    <dgm:pt modelId="{46E74792-D529-4F15-BAAD-31818CCAEC93}" type="pres">
      <dgm:prSet presAssocID="{80EF6668-78BC-4FF1-972D-2FC50707C3C1}" presName="root1" presStyleCnt="0"/>
      <dgm:spPr/>
    </dgm:pt>
    <dgm:pt modelId="{0815B66A-3133-4034-B8F4-81E6AF9D565D}" type="pres">
      <dgm:prSet presAssocID="{80EF6668-78BC-4FF1-972D-2FC50707C3C1}" presName="LevelOneTextNode" presStyleLbl="node0" presStyleIdx="1" presStyleCnt="2">
        <dgm:presLayoutVars>
          <dgm:chPref val="3"/>
        </dgm:presLayoutVars>
      </dgm:prSet>
      <dgm:spPr/>
    </dgm:pt>
    <dgm:pt modelId="{09681870-8F90-42E7-9C42-8B1C5F521507}" type="pres">
      <dgm:prSet presAssocID="{80EF6668-78BC-4FF1-972D-2FC50707C3C1}" presName="level2hierChild" presStyleCnt="0"/>
      <dgm:spPr/>
    </dgm:pt>
  </dgm:ptLst>
  <dgm:cxnLst>
    <dgm:cxn modelId="{5D1A0512-FF04-4C5F-98A5-C1935717DC2B}" type="presOf" srcId="{62C2B0F7-C036-4D3C-914D-5E96B5704EFA}" destId="{C0C7B16C-9BA2-4BF6-BBC2-6A552D9E3DAD}" srcOrd="1" destOrd="0" presId="urn:microsoft.com/office/officeart/2005/8/layout/hierarchy2"/>
    <dgm:cxn modelId="{D958131B-66E9-4BE0-98F8-B9C621CE0760}" srcId="{6437285F-6038-4C2B-9450-11F7B8170B43}" destId="{9EA95A4B-F184-4DC5-B815-B5F33A06BFAF}" srcOrd="1" destOrd="0" parTransId="{B5D80C13-DD1F-4A98-9C95-DED37FC65B1E}" sibTransId="{D3DE3D14-CC6C-4E1C-AFFA-EABFCD6F7981}"/>
    <dgm:cxn modelId="{588B6C1B-5E04-4EE4-A2ED-6C1AA2FAC256}" srcId="{6437285F-6038-4C2B-9450-11F7B8170B43}" destId="{70B8AA43-64AF-40DA-A3CA-0EF600E3CAE5}" srcOrd="0" destOrd="0" parTransId="{78A642A3-5F54-484B-9EAF-B2174AF5D132}" sibTransId="{ABDAEDB8-52B2-44FF-BA12-FE6183C13C9E}"/>
    <dgm:cxn modelId="{E1484620-23E7-4F94-86D1-52E83977F6EE}" type="presOf" srcId="{62C2B0F7-C036-4D3C-914D-5E96B5704EFA}" destId="{9E0C2F47-2D17-4448-8D12-012453A07A46}" srcOrd="0" destOrd="0" presId="urn:microsoft.com/office/officeart/2005/8/layout/hierarchy2"/>
    <dgm:cxn modelId="{84507921-C599-409B-AD26-0749B8F0400E}" type="presOf" srcId="{80EF6668-78BC-4FF1-972D-2FC50707C3C1}" destId="{0815B66A-3133-4034-B8F4-81E6AF9D565D}" srcOrd="0" destOrd="0" presId="urn:microsoft.com/office/officeart/2005/8/layout/hierarchy2"/>
    <dgm:cxn modelId="{6F89D022-0C2F-46F9-AA3F-866191282B66}" type="presOf" srcId="{6437285F-6038-4C2B-9450-11F7B8170B43}" destId="{04C15F86-3BC3-4515-A63F-0F0680261A94}" srcOrd="0" destOrd="0" presId="urn:microsoft.com/office/officeart/2005/8/layout/hierarchy2"/>
    <dgm:cxn modelId="{8D23E624-6142-4163-B579-3793D06C7DF2}" type="presOf" srcId="{9EA95A4B-F184-4DC5-B815-B5F33A06BFAF}" destId="{C4437275-B754-4264-8A5B-A61E9B0B20C0}" srcOrd="0" destOrd="0" presId="urn:microsoft.com/office/officeart/2005/8/layout/hierarchy2"/>
    <dgm:cxn modelId="{8982174A-4169-4291-8785-F9F8448B220E}" type="presOf" srcId="{5BA894C0-7FA4-431F-8C91-58E9299D7BFE}" destId="{D2A405B7-E31E-49E6-8F78-E6A7B1A4F33B}" srcOrd="0" destOrd="0" presId="urn:microsoft.com/office/officeart/2005/8/layout/hierarchy2"/>
    <dgm:cxn modelId="{7273A074-7E25-4337-972A-105CEC7D7227}" srcId="{EC0336F0-8CBB-4D2C-8521-ED0908CE44FE}" destId="{6437285F-6038-4C2B-9450-11F7B8170B43}" srcOrd="0" destOrd="0" parTransId="{F309C3B1-4302-4907-8CD2-33F1C6D7DDE8}" sibTransId="{E427CDC4-A605-4FA2-AA7D-D4FD5A7EA4B9}"/>
    <dgm:cxn modelId="{A9D2F058-F1BE-4258-A00A-3A902A53DEBC}" type="presOf" srcId="{70B8AA43-64AF-40DA-A3CA-0EF600E3CAE5}" destId="{E58C65F1-576D-47E8-B66C-7F74772134D0}" srcOrd="0" destOrd="0" presId="urn:microsoft.com/office/officeart/2005/8/layout/hierarchy2"/>
    <dgm:cxn modelId="{4080238A-F3A0-4B35-95F9-44B4D85D8100}" type="presOf" srcId="{B5D80C13-DD1F-4A98-9C95-DED37FC65B1E}" destId="{95EC5278-8D8F-41AB-AA52-E472A20278C7}" srcOrd="0" destOrd="0" presId="urn:microsoft.com/office/officeart/2005/8/layout/hierarchy2"/>
    <dgm:cxn modelId="{2F67928E-E14F-43B2-8218-EAA7D7B466FC}" type="presOf" srcId="{78A642A3-5F54-484B-9EAF-B2174AF5D132}" destId="{23772EA9-795B-4BF6-BF74-A0F22AD34E83}" srcOrd="1" destOrd="0" presId="urn:microsoft.com/office/officeart/2005/8/layout/hierarchy2"/>
    <dgm:cxn modelId="{39A14EB1-4B3E-44DC-A840-8CF01B14B4BB}" type="presOf" srcId="{B5D80C13-DD1F-4A98-9C95-DED37FC65B1E}" destId="{A6A427B1-E780-4660-AB9E-ACC01AF9862E}" srcOrd="1" destOrd="0" presId="urn:microsoft.com/office/officeart/2005/8/layout/hierarchy2"/>
    <dgm:cxn modelId="{AF09F6B2-E4D0-43F7-99FE-45EAF3765162}" type="presOf" srcId="{78A642A3-5F54-484B-9EAF-B2174AF5D132}" destId="{14C0AB2A-E3CF-4309-A327-35A67D6BD4BA}" srcOrd="0" destOrd="0" presId="urn:microsoft.com/office/officeart/2005/8/layout/hierarchy2"/>
    <dgm:cxn modelId="{756820B9-C18D-4F82-8CE1-85AD1F191775}" srcId="{6437285F-6038-4C2B-9450-11F7B8170B43}" destId="{5BA894C0-7FA4-431F-8C91-58E9299D7BFE}" srcOrd="2" destOrd="0" parTransId="{62C2B0F7-C036-4D3C-914D-5E96B5704EFA}" sibTransId="{FC45C96B-368C-4162-A055-CC61168FAC8C}"/>
    <dgm:cxn modelId="{1B331EDF-1C17-4745-BAB3-0120C1455132}" type="presOf" srcId="{EC0336F0-8CBB-4D2C-8521-ED0908CE44FE}" destId="{1F1C7341-4218-4DA1-A231-F7F5CF9141DA}" srcOrd="0" destOrd="0" presId="urn:microsoft.com/office/officeart/2005/8/layout/hierarchy2"/>
    <dgm:cxn modelId="{DBC6BFE2-35F9-4F5D-A0DD-7E46650D95B0}" srcId="{EC0336F0-8CBB-4D2C-8521-ED0908CE44FE}" destId="{80EF6668-78BC-4FF1-972D-2FC50707C3C1}" srcOrd="1" destOrd="0" parTransId="{39BD393D-3E0C-42F0-A01A-E47661A05273}" sibTransId="{248FFA4F-85D1-4244-A74D-1F1DACD2DDAE}"/>
    <dgm:cxn modelId="{A84A7D9F-8C6F-4328-9031-7379EE5AB030}" type="presParOf" srcId="{1F1C7341-4218-4DA1-A231-F7F5CF9141DA}" destId="{A6810269-EAE0-4542-A806-386826B10348}" srcOrd="0" destOrd="0" presId="urn:microsoft.com/office/officeart/2005/8/layout/hierarchy2"/>
    <dgm:cxn modelId="{4DFFCB60-7A04-4CE4-9E3D-CD8DB8BC8407}" type="presParOf" srcId="{A6810269-EAE0-4542-A806-386826B10348}" destId="{04C15F86-3BC3-4515-A63F-0F0680261A94}" srcOrd="0" destOrd="0" presId="urn:microsoft.com/office/officeart/2005/8/layout/hierarchy2"/>
    <dgm:cxn modelId="{57A2323C-B215-49F0-A938-93A517B5A65F}" type="presParOf" srcId="{A6810269-EAE0-4542-A806-386826B10348}" destId="{5349CDA6-06D3-4299-8BEA-063B6E9BE4CD}" srcOrd="1" destOrd="0" presId="urn:microsoft.com/office/officeart/2005/8/layout/hierarchy2"/>
    <dgm:cxn modelId="{1099B595-8FE7-4DAF-8E3A-71D13FEFA5A6}" type="presParOf" srcId="{5349CDA6-06D3-4299-8BEA-063B6E9BE4CD}" destId="{14C0AB2A-E3CF-4309-A327-35A67D6BD4BA}" srcOrd="0" destOrd="0" presId="urn:microsoft.com/office/officeart/2005/8/layout/hierarchy2"/>
    <dgm:cxn modelId="{D4A99E06-B712-4EDD-B867-362437771087}" type="presParOf" srcId="{14C0AB2A-E3CF-4309-A327-35A67D6BD4BA}" destId="{23772EA9-795B-4BF6-BF74-A0F22AD34E83}" srcOrd="0" destOrd="0" presId="urn:microsoft.com/office/officeart/2005/8/layout/hierarchy2"/>
    <dgm:cxn modelId="{F89A0F8E-4DA4-46DB-BFB5-892F63E2F478}" type="presParOf" srcId="{5349CDA6-06D3-4299-8BEA-063B6E9BE4CD}" destId="{8482BBFB-0BAD-44E1-8B7B-2019C51BBDBE}" srcOrd="1" destOrd="0" presId="urn:microsoft.com/office/officeart/2005/8/layout/hierarchy2"/>
    <dgm:cxn modelId="{4E23F3C5-8C3D-40BD-98E0-AB80543682BF}" type="presParOf" srcId="{8482BBFB-0BAD-44E1-8B7B-2019C51BBDBE}" destId="{E58C65F1-576D-47E8-B66C-7F74772134D0}" srcOrd="0" destOrd="0" presId="urn:microsoft.com/office/officeart/2005/8/layout/hierarchy2"/>
    <dgm:cxn modelId="{0EF8FB84-8513-47BA-8C5E-F0F79190EEB3}" type="presParOf" srcId="{8482BBFB-0BAD-44E1-8B7B-2019C51BBDBE}" destId="{8C370F41-0ABA-45DE-9897-F5DA10331456}" srcOrd="1" destOrd="0" presId="urn:microsoft.com/office/officeart/2005/8/layout/hierarchy2"/>
    <dgm:cxn modelId="{BEA63431-6377-4647-82D8-A76DDC5A7ECC}" type="presParOf" srcId="{5349CDA6-06D3-4299-8BEA-063B6E9BE4CD}" destId="{95EC5278-8D8F-41AB-AA52-E472A20278C7}" srcOrd="2" destOrd="0" presId="urn:microsoft.com/office/officeart/2005/8/layout/hierarchy2"/>
    <dgm:cxn modelId="{F5E0EF1E-5143-477F-A08F-2B5E700756F0}" type="presParOf" srcId="{95EC5278-8D8F-41AB-AA52-E472A20278C7}" destId="{A6A427B1-E780-4660-AB9E-ACC01AF9862E}" srcOrd="0" destOrd="0" presId="urn:microsoft.com/office/officeart/2005/8/layout/hierarchy2"/>
    <dgm:cxn modelId="{F1082541-7DAB-4926-8597-DB6896A6FE2C}" type="presParOf" srcId="{5349CDA6-06D3-4299-8BEA-063B6E9BE4CD}" destId="{4C70B6A2-B084-49B5-9B12-6B4EDA4177D3}" srcOrd="3" destOrd="0" presId="urn:microsoft.com/office/officeart/2005/8/layout/hierarchy2"/>
    <dgm:cxn modelId="{192BA655-5B28-466C-AC12-65A5E27B1AC9}" type="presParOf" srcId="{4C70B6A2-B084-49B5-9B12-6B4EDA4177D3}" destId="{C4437275-B754-4264-8A5B-A61E9B0B20C0}" srcOrd="0" destOrd="0" presId="urn:microsoft.com/office/officeart/2005/8/layout/hierarchy2"/>
    <dgm:cxn modelId="{B40EC1EA-00A0-437B-A895-21D679CE5F47}" type="presParOf" srcId="{4C70B6A2-B084-49B5-9B12-6B4EDA4177D3}" destId="{17E05295-6064-40C2-8D98-8B2FF8D45B36}" srcOrd="1" destOrd="0" presId="urn:microsoft.com/office/officeart/2005/8/layout/hierarchy2"/>
    <dgm:cxn modelId="{EFC96652-2CE5-477D-91EE-1098C306427A}" type="presParOf" srcId="{5349CDA6-06D3-4299-8BEA-063B6E9BE4CD}" destId="{9E0C2F47-2D17-4448-8D12-012453A07A46}" srcOrd="4" destOrd="0" presId="urn:microsoft.com/office/officeart/2005/8/layout/hierarchy2"/>
    <dgm:cxn modelId="{7BD1B0F1-2A96-483C-B1A5-DE2A32F1A59F}" type="presParOf" srcId="{9E0C2F47-2D17-4448-8D12-012453A07A46}" destId="{C0C7B16C-9BA2-4BF6-BBC2-6A552D9E3DAD}" srcOrd="0" destOrd="0" presId="urn:microsoft.com/office/officeart/2005/8/layout/hierarchy2"/>
    <dgm:cxn modelId="{6BAABBCA-C73E-41F1-A66E-483A4396C519}" type="presParOf" srcId="{5349CDA6-06D3-4299-8BEA-063B6E9BE4CD}" destId="{F6D418CA-0D64-4EB1-849F-C06CFCE7F747}" srcOrd="5" destOrd="0" presId="urn:microsoft.com/office/officeart/2005/8/layout/hierarchy2"/>
    <dgm:cxn modelId="{4B797D31-FF9C-4DA7-8659-9AE147080B1D}" type="presParOf" srcId="{F6D418CA-0D64-4EB1-849F-C06CFCE7F747}" destId="{D2A405B7-E31E-49E6-8F78-E6A7B1A4F33B}" srcOrd="0" destOrd="0" presId="urn:microsoft.com/office/officeart/2005/8/layout/hierarchy2"/>
    <dgm:cxn modelId="{CF540935-CFA6-402D-A7A3-D5536B2508D7}" type="presParOf" srcId="{F6D418CA-0D64-4EB1-849F-C06CFCE7F747}" destId="{858309E6-1660-4A6E-84CD-6603AA1425D9}" srcOrd="1" destOrd="0" presId="urn:microsoft.com/office/officeart/2005/8/layout/hierarchy2"/>
    <dgm:cxn modelId="{08C13DFC-CED4-43E8-81AE-F0B33BEE174E}" type="presParOf" srcId="{1F1C7341-4218-4DA1-A231-F7F5CF9141DA}" destId="{46E74792-D529-4F15-BAAD-31818CCAEC93}" srcOrd="1" destOrd="0" presId="urn:microsoft.com/office/officeart/2005/8/layout/hierarchy2"/>
    <dgm:cxn modelId="{BD6E8C93-2551-488E-B1AE-7D0CE0DACB09}" type="presParOf" srcId="{46E74792-D529-4F15-BAAD-31818CCAEC93}" destId="{0815B66A-3133-4034-B8F4-81E6AF9D565D}" srcOrd="0" destOrd="0" presId="urn:microsoft.com/office/officeart/2005/8/layout/hierarchy2"/>
    <dgm:cxn modelId="{FDC9681E-37B6-4EB6-A0ED-F8400494B63F}" type="presParOf" srcId="{46E74792-D529-4F15-BAAD-31818CCAEC93}" destId="{09681870-8F90-42E7-9C42-8B1C5F521507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C15F86-3BC3-4515-A63F-0F0680261A94}">
      <dsp:nvSpPr>
        <dsp:cNvPr id="0" name=""/>
        <dsp:cNvSpPr/>
      </dsp:nvSpPr>
      <dsp:spPr>
        <a:xfrm>
          <a:off x="1021" y="2233996"/>
          <a:ext cx="2420451" cy="121022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100" kern="1200"/>
            <a:t>Reisen </a:t>
          </a:r>
          <a:endParaRPr lang="en-US" sz="3100" kern="1200"/>
        </a:p>
      </dsp:txBody>
      <dsp:txXfrm>
        <a:off x="36467" y="2269442"/>
        <a:ext cx="2349559" cy="1139333"/>
      </dsp:txXfrm>
    </dsp:sp>
    <dsp:sp modelId="{14C0AB2A-E3CF-4309-A327-35A67D6BD4BA}">
      <dsp:nvSpPr>
        <dsp:cNvPr id="0" name=""/>
        <dsp:cNvSpPr/>
      </dsp:nvSpPr>
      <dsp:spPr>
        <a:xfrm rot="18289469">
          <a:off x="2057865" y="2124047"/>
          <a:ext cx="1695396" cy="38364"/>
        </a:xfrm>
        <a:custGeom>
          <a:avLst/>
          <a:gdLst/>
          <a:ahLst/>
          <a:cxnLst/>
          <a:rect l="0" t="0" r="0" b="0"/>
          <a:pathLst>
            <a:path>
              <a:moveTo>
                <a:pt x="0" y="19182"/>
              </a:moveTo>
              <a:lnTo>
                <a:pt x="1695396" y="19182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863179" y="2100844"/>
        <a:ext cx="84769" cy="84769"/>
      </dsp:txXfrm>
    </dsp:sp>
    <dsp:sp modelId="{E58C65F1-576D-47E8-B66C-7F74772134D0}">
      <dsp:nvSpPr>
        <dsp:cNvPr id="0" name=""/>
        <dsp:cNvSpPr/>
      </dsp:nvSpPr>
      <dsp:spPr>
        <a:xfrm>
          <a:off x="3389654" y="842236"/>
          <a:ext cx="2420451" cy="121022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100" kern="1200"/>
            <a:t>Kurzstrecken </a:t>
          </a:r>
          <a:endParaRPr lang="en-US" sz="3100" kern="1200"/>
        </a:p>
      </dsp:txBody>
      <dsp:txXfrm>
        <a:off x="3425100" y="877682"/>
        <a:ext cx="2349559" cy="1139333"/>
      </dsp:txXfrm>
    </dsp:sp>
    <dsp:sp modelId="{95EC5278-8D8F-41AB-AA52-E472A20278C7}">
      <dsp:nvSpPr>
        <dsp:cNvPr id="0" name=""/>
        <dsp:cNvSpPr/>
      </dsp:nvSpPr>
      <dsp:spPr>
        <a:xfrm>
          <a:off x="2421473" y="2819927"/>
          <a:ext cx="968180" cy="38364"/>
        </a:xfrm>
        <a:custGeom>
          <a:avLst/>
          <a:gdLst/>
          <a:ahLst/>
          <a:cxnLst/>
          <a:rect l="0" t="0" r="0" b="0"/>
          <a:pathLst>
            <a:path>
              <a:moveTo>
                <a:pt x="0" y="19182"/>
              </a:moveTo>
              <a:lnTo>
                <a:pt x="968180" y="19182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81359" y="2814904"/>
        <a:ext cx="48409" cy="48409"/>
      </dsp:txXfrm>
    </dsp:sp>
    <dsp:sp modelId="{C4437275-B754-4264-8A5B-A61E9B0B20C0}">
      <dsp:nvSpPr>
        <dsp:cNvPr id="0" name=""/>
        <dsp:cNvSpPr/>
      </dsp:nvSpPr>
      <dsp:spPr>
        <a:xfrm>
          <a:off x="3389654" y="2233996"/>
          <a:ext cx="2420451" cy="121022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100" kern="1200"/>
            <a:t>Langstrecken </a:t>
          </a:r>
          <a:endParaRPr lang="en-US" sz="3100" kern="1200"/>
        </a:p>
      </dsp:txBody>
      <dsp:txXfrm>
        <a:off x="3425100" y="2269442"/>
        <a:ext cx="2349559" cy="1139333"/>
      </dsp:txXfrm>
    </dsp:sp>
    <dsp:sp modelId="{9E0C2F47-2D17-4448-8D12-012453A07A46}">
      <dsp:nvSpPr>
        <dsp:cNvPr id="0" name=""/>
        <dsp:cNvSpPr/>
      </dsp:nvSpPr>
      <dsp:spPr>
        <a:xfrm rot="3310531">
          <a:off x="2057865" y="3515807"/>
          <a:ext cx="1695396" cy="38364"/>
        </a:xfrm>
        <a:custGeom>
          <a:avLst/>
          <a:gdLst/>
          <a:ahLst/>
          <a:cxnLst/>
          <a:rect l="0" t="0" r="0" b="0"/>
          <a:pathLst>
            <a:path>
              <a:moveTo>
                <a:pt x="0" y="19182"/>
              </a:moveTo>
              <a:lnTo>
                <a:pt x="1695396" y="19182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863179" y="3492604"/>
        <a:ext cx="84769" cy="84769"/>
      </dsp:txXfrm>
    </dsp:sp>
    <dsp:sp modelId="{D2A405B7-E31E-49E6-8F78-E6A7B1A4F33B}">
      <dsp:nvSpPr>
        <dsp:cNvPr id="0" name=""/>
        <dsp:cNvSpPr/>
      </dsp:nvSpPr>
      <dsp:spPr>
        <a:xfrm>
          <a:off x="3389654" y="3625756"/>
          <a:ext cx="2420451" cy="121022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100" kern="1200"/>
            <a:t>Nachhaltig reisen </a:t>
          </a:r>
          <a:endParaRPr lang="en-US" sz="3100" kern="1200"/>
        </a:p>
      </dsp:txBody>
      <dsp:txXfrm>
        <a:off x="3425100" y="3661202"/>
        <a:ext cx="2349559" cy="1139333"/>
      </dsp:txXfrm>
    </dsp:sp>
    <dsp:sp modelId="{0815B66A-3133-4034-B8F4-81E6AF9D565D}">
      <dsp:nvSpPr>
        <dsp:cNvPr id="0" name=""/>
        <dsp:cNvSpPr/>
      </dsp:nvSpPr>
      <dsp:spPr>
        <a:xfrm>
          <a:off x="1021" y="3625756"/>
          <a:ext cx="2420451" cy="121022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100" kern="1200"/>
            <a:t>Coden lernen </a:t>
          </a:r>
          <a:endParaRPr lang="en-US" sz="3100" kern="1200"/>
        </a:p>
      </dsp:txBody>
      <dsp:txXfrm>
        <a:off x="36467" y="3661202"/>
        <a:ext cx="2349559" cy="11393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45C507-A2B4-8870-3032-D5D752C7A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C7BC2BA-EFEE-7CE6-7DD7-96A444245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68C4AD-924B-3505-EB55-1FEE2568F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B15B9-DA14-467F-95C1-0B01242AF541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086C94-6FA9-EC2A-C38D-88648A141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1A39BC-F604-6A04-475E-783C653B5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A7D7-8D63-4E37-BFAA-FA396B4F5A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4202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769C10-18E7-6A70-B892-4C8649D13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336361-F5B2-DD7A-1DD5-0E49BBF3A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05A255-737F-5B12-2AEB-892B3FF64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B15B9-DA14-467F-95C1-0B01242AF541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B381C3-43FF-36B7-B294-FF346957E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3EF6A4-C617-A03D-EE18-26B265F92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A7D7-8D63-4E37-BFAA-FA396B4F5A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6932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933816-9202-A3CC-2D32-FA36CBAB1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D6F9AFF-54A7-B770-D325-456543E21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E5DEBC-1AFD-13CB-AD60-EDF076AD0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B15B9-DA14-467F-95C1-0B01242AF541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C3CE68-731B-CFB2-09A4-42AA06F02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59B137-DC89-DA77-A04C-5393746F4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A7D7-8D63-4E37-BFAA-FA396B4F5A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2904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9DB988-5EC7-FA9A-DEF3-75E440B10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A3562A-E569-837E-039F-F90027A81D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D6DFB7A-DFA5-8BCF-43F2-823E945DF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9351F3A-9E3F-4E47-75E0-23B51E94D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B15B9-DA14-467F-95C1-0B01242AF541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C449DB1-DC61-6FC7-B1E5-26045E70B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D763E95-692D-504B-3B20-852261F67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A7D7-8D63-4E37-BFAA-FA396B4F5A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6028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36E8A3-58B3-8445-D9FB-5B5FDA085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C3A96F8-D313-91EA-8F19-FD780892E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A822F40-9A90-F73F-8947-77F3107BA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607CA24-5207-5CC0-5D79-AC85A8CED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DE57A45-4D61-3F26-33CB-9B97FD31C6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D976006-6A17-B344-F656-8388F001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B15B9-DA14-467F-95C1-0B01242AF541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7F2813B-93CC-21E1-3C9D-9ACCABAFF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63FF15A-4BC9-F929-F154-68A62A001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A7D7-8D63-4E37-BFAA-FA396B4F5A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6446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2B5031-62A1-F8DE-AA5D-063B296EB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E816B0-8222-2168-EBBD-D4C09D98C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B15B9-DA14-467F-95C1-0B01242AF541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8D302F4-BAC3-D96D-008C-262498337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8ECEC0-9993-4100-AA0D-F0D0B0FBB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A7D7-8D63-4E37-BFAA-FA396B4F5A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0333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6BEE0AD-F7E3-C707-0BE5-83526519E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B15B9-DA14-467F-95C1-0B01242AF541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03B7B58-ED11-E5B3-EAFA-A6DA015AA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45B4133-49F9-BE20-756C-8C3F90AC0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A7D7-8D63-4E37-BFAA-FA396B4F5A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6187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FADA73-331B-1E14-2261-8C108D0A9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70C105-A7A1-A49D-B899-7A3179B0E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7B5AD1B-D237-63E2-C69E-F7B4A1363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18CFE44-0C2C-B96D-3744-76A5BE2F5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B15B9-DA14-467F-95C1-0B01242AF541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5724141-DA1A-B74A-BDB6-B6EAEA80B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54A4602-3DB0-55A3-A890-BCA72BF10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A7D7-8D63-4E37-BFAA-FA396B4F5A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8181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806108-C595-A1A8-ED03-37D9010B0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9689BB7-1111-F037-BB91-E313062B9B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B9CA158-9693-0726-5247-D595B946A1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973DAF2-075D-35A7-6438-B4A8BF4F3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B15B9-DA14-467F-95C1-0B01242AF541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72F8A9-B9CC-EE00-0E0A-8D73D2717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851B9A1-9265-17DF-D5FD-64A91C8E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A7D7-8D63-4E37-BFAA-FA396B4F5A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1702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43B487-691B-3EA4-57BF-83D4860AE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9831CDD-4FD0-9717-D7B4-2AD4694540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8F1A91-D6D7-E424-1359-7B3C0EF3E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B15B9-DA14-467F-95C1-0B01242AF541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C76E83-0D4C-4E26-6157-E129EC2BF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4274D3-00DB-B210-7EDE-B53E2B7A1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A7D7-8D63-4E37-BFAA-FA396B4F5A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5864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13E3B04-4755-0C03-1F41-915B334268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506EC9A-D13E-F3D8-D7F6-3110A6B08B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33B78D-B7E9-4F9E-FB67-CB2AC327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B15B9-DA14-467F-95C1-0B01242AF541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1A8F11-D433-6824-2276-44A3871AB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55BAD9-AFD4-B662-5725-13F09C038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A7D7-8D63-4E37-BFAA-FA396B4F5A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7449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F288331-E22F-ED83-2EC8-61BB5514A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377896-A118-1475-756A-C58B64445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15F48D-DD08-D322-445F-F0893CECCD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2B15B9-DA14-467F-95C1-0B01242AF541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9A544B-0270-3FA5-F8E6-41C059C087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59344A-0301-1136-49A1-9F086EF0A5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0EA7D7-8D63-4E37-BFAA-FA396B4F5A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5462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406D4D-08DF-28A2-DDD4-EEE97897EB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Wie man reisen kann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6A1AB6C-046E-5293-7AE1-9B6CA4C7BA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Von Flugzeug bis Fahrrad </a:t>
            </a:r>
          </a:p>
        </p:txBody>
      </p:sp>
    </p:spTree>
    <p:extLst>
      <p:ext uri="{BB962C8B-B14F-4D97-AF65-F5344CB8AC3E}">
        <p14:creationId xmlns:p14="http://schemas.microsoft.com/office/powerpoint/2010/main" val="81040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FE43308-2764-D015-2C18-FB41B4A85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de-DE" sz="5400">
                <a:solidFill>
                  <a:srgbClr val="FFFFFF"/>
                </a:solidFill>
              </a:rPr>
              <a:t>Thema und Ziel 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B4AB6621-86E0-5668-8FE2-9AD0165F88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9622747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2692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2605041-34D6-B9E8-7E50-6B8963D2B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Demonstration 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ADBF97EB-673E-8125-DA3B-00A6BF0D41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156301"/>
            <a:ext cx="6780700" cy="454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85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753AAA-E294-F232-6521-0ED96D605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6913" y="1643063"/>
            <a:ext cx="5157787" cy="823912"/>
          </a:xfrm>
        </p:spPr>
        <p:txBody>
          <a:bodyPr>
            <a:normAutofit/>
          </a:bodyPr>
          <a:lstStyle/>
          <a:p>
            <a:r>
              <a:rPr lang="de-DE" sz="3600" dirty="0"/>
              <a:t>Schwierigkeiten 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9C0BE8B-E229-C548-7000-18B99B3E9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62" y="3585369"/>
            <a:ext cx="5157787" cy="3684588"/>
          </a:xfrm>
        </p:spPr>
        <p:txBody>
          <a:bodyPr/>
          <a:lstStyle/>
          <a:p>
            <a:r>
              <a:rPr lang="de-DE" dirty="0"/>
              <a:t>Zusammenarbeit über 2 Laptops 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573027F-260E-6406-DE3C-6A05CE5350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643063"/>
            <a:ext cx="5183188" cy="823912"/>
          </a:xfrm>
        </p:spPr>
        <p:txBody>
          <a:bodyPr>
            <a:normAutofit/>
          </a:bodyPr>
          <a:lstStyle/>
          <a:p>
            <a:r>
              <a:rPr lang="de-DE" sz="3600" dirty="0"/>
              <a:t>Einfach gegangen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46C5886-A9C4-82EF-0208-BBA8A41E36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3585369"/>
            <a:ext cx="5183188" cy="3684588"/>
          </a:xfrm>
        </p:spPr>
        <p:txBody>
          <a:bodyPr/>
          <a:lstStyle/>
          <a:p>
            <a:r>
              <a:rPr lang="de-DE" dirty="0"/>
              <a:t>Coden </a:t>
            </a:r>
          </a:p>
          <a:p>
            <a:r>
              <a:rPr lang="de-DE" dirty="0"/>
              <a:t>Neue dinge herausfinden </a:t>
            </a:r>
          </a:p>
        </p:txBody>
      </p:sp>
    </p:spTree>
    <p:extLst>
      <p:ext uri="{BB962C8B-B14F-4D97-AF65-F5344CB8AC3E}">
        <p14:creationId xmlns:p14="http://schemas.microsoft.com/office/powerpoint/2010/main" val="1160817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Breitbild</PresentationFormat>
  <Paragraphs>14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Wie man reisen kann </vt:lpstr>
      <vt:lpstr>Thema und Ziel </vt:lpstr>
      <vt:lpstr>Demonstration 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Laurenz Dornetshuber</dc:creator>
  <cp:lastModifiedBy>Laurenz Dornetshuber</cp:lastModifiedBy>
  <cp:revision>1</cp:revision>
  <dcterms:created xsi:type="dcterms:W3CDTF">2025-10-20T13:42:04Z</dcterms:created>
  <dcterms:modified xsi:type="dcterms:W3CDTF">2025-10-20T13:51:57Z</dcterms:modified>
</cp:coreProperties>
</file>